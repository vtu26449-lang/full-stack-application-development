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  <p:sldId id="271" r:id="rId17"/>
  </p:sldIdLst>
  <p:sldSz cx="18288000" cy="10287000"/>
  <p:notesSz cx="6858000" cy="9144000"/>
  <p:embeddedFontLst>
    <p:embeddedFont>
      <p:font typeface="Calibri" pitchFamily="34" charset="0"/>
      <p:regular r:id="rId18"/>
      <p:bold r:id="rId19"/>
      <p:italic r:id="rId20"/>
      <p:boldItalic r:id="rId21"/>
    </p:embeddedFont>
    <p:embeddedFont>
      <p:font typeface="Cambria" pitchFamily="18" charset="0"/>
      <p:regular r:id="rId22"/>
      <p:bold r:id="rId23"/>
      <p:italic r:id="rId24"/>
      <p:boldItalic r:id="rId25"/>
    </p:embeddedFont>
    <p:embeddedFont>
      <p:font typeface="Bookman Old Style" pitchFamily="18" charset="0"/>
      <p:regular r:id="rId26"/>
      <p:bold r:id="rId27"/>
      <p:italic r:id="rId28"/>
      <p:boldItalic r:id="rId29"/>
    </p:embeddedFont>
    <p:embeddedFont>
      <p:font typeface="Gotham" charset="0"/>
      <p:regular r:id="rId30"/>
    </p:embeddedFont>
    <p:embeddedFont>
      <p:font typeface="Gotham Bold Italics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-864" y="-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3600" b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23-03-2026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/>
              <a:t>Dynamic Online Examination &amp; Result Processing System</a:t>
            </a:r>
            <a:endParaRPr lang="en-IN" sz="44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D.CHINMAYI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VTU26449– Reg.No.23UECS0153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Dr. S. </a:t>
            </a:r>
            <a:r>
              <a:rPr lang="en-US" sz="3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Hemamalini</a:t>
            </a:r>
            <a:r>
              <a:rPr lang="en-US" sz="3000" smtClean="0">
                <a:latin typeface="Cambria" panose="02040503050406030204" pitchFamily="18" charset="0"/>
                <a:ea typeface="Cambria" panose="02040503050406030204" pitchFamily="18" charset="0"/>
              </a:rPr>
              <a:t>.,</a:t>
            </a:r>
            <a:r>
              <a:rPr lang="en-US" sz="3200" smtClean="0"/>
              <a:t> M.E., Ph.D.</a:t>
            </a:r>
            <a:endParaRPr lang="en-US" sz="3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200" dirty="0" smtClean="0"/>
              <a:t>Assistant Professor (Senior Grade)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7AA51DE-E8D7-A1B4-BC0D-B25C8A0C467A}"/>
              </a:ext>
            </a:extLst>
          </p:cNvPr>
          <p:cNvSpPr txBox="1"/>
          <p:nvPr/>
        </p:nvSpPr>
        <p:spPr>
          <a:xfrm>
            <a:off x="2133600" y="6972300"/>
            <a:ext cx="14743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</a:t>
            </a: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–4 ( 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Quality Education)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37E9E58-77B6-079D-9D0D-E380CADAD23D}"/>
              </a:ext>
            </a:extLst>
          </p:cNvPr>
          <p:cNvSpPr txBox="1"/>
          <p:nvPr/>
        </p:nvSpPr>
        <p:spPr>
          <a:xfrm>
            <a:off x="2438400" y="1638300"/>
            <a:ext cx="14853725" cy="1449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Traditional examination systems are manual, time-consuming, and prone to errors in evaluation and result processing.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Managing large numbers of students, question papers, and results becomes difficult without automation.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This project is important because it ensures faster, accurate, and secure examination management.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It reduces paperwork, minimizes human errors, and saves time for institutions and students.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In the real world, schools, colleges, and competitive exam bodies require efficient online assessment platforms.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The system supports automated question generation, online test conduction, and instant result calculation.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It provides secure login, performance analysis, and result storage in a centralized database.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Overall, it improves transparency, efficiency, and reliability in the examination process.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BDE2941C-1504-53F9-99B2-48002CA9A345}"/>
              </a:ext>
            </a:extLst>
          </p:cNvPr>
          <p:cNvSpPr txBox="1"/>
          <p:nvPr/>
        </p:nvSpPr>
        <p:spPr>
          <a:xfrm>
            <a:off x="2514600" y="1638300"/>
            <a:ext cx="14777525" cy="13942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In many educational institutions, examination and result processing are still handled manually or through semi-automated systems.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This leads to delays in conducting exams, evaluating answer sheets, and publishing results.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Manual data entry increases the chances of errors, data loss, and lack of transparency.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Managing large numbers of students, question banks, and performance records becomes complex and time-consuming.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There is limited flexibility in generating dynamic question papers and analyzing student performance instantly.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Security issues such as paper leaks and unauthorized access also affect the reliability of exams.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Hence, there is a need for a secure, automated, and efficient online examination system.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The proposed system aims to conduct exams dynamically and process results quickly with accuracy and transparency.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xmlns="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056A0A3A-1541-5EC0-5370-02DA282ABDDE}"/>
              </a:ext>
            </a:extLst>
          </p:cNvPr>
          <p:cNvSpPr txBox="1"/>
          <p:nvPr/>
        </p:nvSpPr>
        <p:spPr>
          <a:xfrm>
            <a:off x="2438400" y="1638300"/>
            <a:ext cx="14853725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To design and develop a secure web-based system for conducting dynamic online examinations and automated result processing.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To implement real-time evaluation and instant result generation with accurate performance analysis for students.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To improve the efficiency and accuracy of exam management by reducing manual work and minimizing errors.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To evaluate the performance of students through automated reports and analytical dashboards.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xmlns="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E8F19716-1653-9AE0-442E-B3829A585B46}"/>
              </a:ext>
            </a:extLst>
          </p:cNvPr>
          <p:cNvSpPr txBox="1"/>
          <p:nvPr/>
        </p:nvSpPr>
        <p:spPr>
          <a:xfrm>
            <a:off x="2438400" y="1638300"/>
            <a:ext cx="14853725" cy="13572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The proposed system is a web-based platform that conducts online examinations and automatically processes results.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It provides secure login access for administrators, faculty, and students with role-based permissions.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The system generates dynamic question papers from a centralized question bank to reduce repetition and malpractice.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It performs automatic evaluation of objective-type answers and instantly calculates results.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The system stores all exam data, marks, and reports in a centralized database for easy access and management.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It solves existing issues such as manual errors, delayed result publication, and paper leakage risks.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Compared to traditional systems, it saves time, reduces paperwork, and improves transparency.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200" dirty="0" smtClean="0"/>
              <a:t>Overall, it offers higher accuracy, better security, real-time performance analysis, and efficient exam management.</a:t>
            </a:r>
          </a:p>
          <a:p>
            <a:pPr marL="914400" lvl="1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xmlns="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25F9D4B0-38FE-DBA4-164D-1745B68379A5}"/>
              </a:ext>
            </a:extLst>
          </p:cNvPr>
          <p:cNvSpPr txBox="1"/>
          <p:nvPr/>
        </p:nvSpPr>
        <p:spPr>
          <a:xfrm>
            <a:off x="2362200" y="1409700"/>
            <a:ext cx="14929925" cy="12649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 smtClean="0"/>
          </a:p>
          <a:p>
            <a:endParaRPr lang="en-US" sz="3200" b="1" dirty="0" smtClean="0"/>
          </a:p>
          <a:p>
            <a:endParaRPr lang="en-US" sz="3200" b="1" dirty="0" smtClean="0"/>
          </a:p>
          <a:p>
            <a:endParaRPr lang="en-US" sz="3200" b="1" dirty="0" smtClean="0"/>
          </a:p>
          <a:p>
            <a:r>
              <a:rPr lang="en-US" sz="3200" b="1" dirty="0" smtClean="0"/>
              <a:t>Input: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Student registration details, login credentials, exam information, question bank data, and student answers during the exam.</a:t>
            </a:r>
          </a:p>
          <a:p>
            <a:r>
              <a:rPr lang="en-US" sz="3200" b="1" dirty="0" smtClean="0"/>
              <a:t>Processing: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User authentication, dynamic question paper generation, automatic answer evaluation, marks calculation, and performance analysis.</a:t>
            </a:r>
          </a:p>
          <a:p>
            <a:r>
              <a:rPr lang="en-US" sz="3200" b="1" dirty="0" smtClean="0"/>
              <a:t>Database: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Stores student data, question bank, exam details, responses, and result records securely in a centralized system.</a:t>
            </a:r>
          </a:p>
          <a:p>
            <a:r>
              <a:rPr lang="en-US" sz="3200" b="1" dirty="0" smtClean="0"/>
              <a:t>Output: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Instant result display, mark sheets, performance reports, and administrative analysis reports.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62200" y="1714500"/>
            <a:ext cx="135636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xmlns="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D04F3B99-A5D2-54DC-51CD-4E86A99D3EA2}"/>
              </a:ext>
            </a:extLst>
          </p:cNvPr>
          <p:cNvSpPr txBox="1"/>
          <p:nvPr/>
        </p:nvSpPr>
        <p:spPr>
          <a:xfrm>
            <a:off x="2362200" y="1638300"/>
            <a:ext cx="149299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95600" y="1731227"/>
            <a:ext cx="12192000" cy="6765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xmlns="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26E9F5F9-CCF8-6F05-4C01-034C88D7529E}"/>
              </a:ext>
            </a:extLst>
          </p:cNvPr>
          <p:cNvSpPr txBox="1"/>
          <p:nvPr/>
        </p:nvSpPr>
        <p:spPr>
          <a:xfrm>
            <a:off x="2438400" y="1638300"/>
            <a:ext cx="14853725" cy="1154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b="1" dirty="0" smtClean="0"/>
              <a:t>Frontend: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HTML, CSS, JavaScript (for user interface and responsive design).</a:t>
            </a:r>
          </a:p>
          <a:p>
            <a:pPr>
              <a:buFont typeface="Wingdings" pitchFamily="2" charset="2"/>
              <a:buChar char="Ø"/>
            </a:pPr>
            <a:r>
              <a:rPr lang="en-US" sz="3200" b="1" dirty="0" smtClean="0"/>
              <a:t>Backend: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Java   for handling server-side logic and exam processing.</a:t>
            </a:r>
          </a:p>
          <a:p>
            <a:pPr>
              <a:buFont typeface="Wingdings" pitchFamily="2" charset="2"/>
              <a:buChar char="Ø"/>
            </a:pPr>
            <a:r>
              <a:rPr lang="en-US" sz="3200" b="1" dirty="0" smtClean="0"/>
              <a:t>Database: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err="1" smtClean="0"/>
              <a:t>MySQL</a:t>
            </a:r>
            <a:r>
              <a:rPr lang="en-US" sz="3200" dirty="0" smtClean="0"/>
              <a:t>  for storing student details, question bank, exam data, and results.</a:t>
            </a:r>
          </a:p>
          <a:p>
            <a:pPr>
              <a:buFont typeface="Wingdings" pitchFamily="2" charset="2"/>
              <a:buChar char="Ø"/>
            </a:pPr>
            <a:r>
              <a:rPr lang="en-US" sz="3200" b="1" dirty="0" smtClean="0"/>
              <a:t>Tools: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VS Code for version control.</a:t>
            </a:r>
          </a:p>
          <a:p>
            <a:pPr>
              <a:buFont typeface="Wingdings" pitchFamily="2" charset="2"/>
              <a:buChar char="Ø"/>
            </a:pPr>
            <a:r>
              <a:rPr lang="en-US" sz="3200" b="1" dirty="0" smtClean="0"/>
              <a:t>Hardware/Software Requirements: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Minimum 4GB RAM, Windows/Linux OS, Web Browser (Chrome/Edge/Firefox), Stable Internet Connection.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304C197-EAC7-7A26-FAED-ED7302DBEC6E}"/>
              </a:ext>
            </a:extLst>
          </p:cNvPr>
          <p:cNvSpPr txBox="1"/>
          <p:nvPr/>
        </p:nvSpPr>
        <p:spPr>
          <a:xfrm>
            <a:off x="2438400" y="1638300"/>
            <a:ext cx="14853725" cy="9017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b="1" dirty="0" smtClean="0"/>
              <a:t>Module 1: User Management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Handles student, faculty, and admin registration, login, and role-based authentication to ensure secure system access.</a:t>
            </a:r>
          </a:p>
          <a:p>
            <a:pPr>
              <a:buFont typeface="Wingdings" pitchFamily="2" charset="2"/>
              <a:buChar char="Ø"/>
            </a:pPr>
            <a:r>
              <a:rPr lang="en-US" sz="3200" b="1" dirty="0" smtClean="0"/>
              <a:t>Module 2: Examination Management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Manages exam creation, scheduling, dynamic question paper generation, and timer-based online test conduction.</a:t>
            </a:r>
          </a:p>
          <a:p>
            <a:pPr>
              <a:buFont typeface="Wingdings" pitchFamily="2" charset="2"/>
              <a:buChar char="Ø"/>
            </a:pPr>
            <a:r>
              <a:rPr lang="en-US" sz="3200" b="1" dirty="0" smtClean="0"/>
              <a:t>Module 3: Evaluation &amp; Result Processing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Automatically evaluates objective answers, calculates marks, and generates instant results with performance analysis.</a:t>
            </a:r>
          </a:p>
          <a:p>
            <a:pPr>
              <a:buFont typeface="Wingdings" pitchFamily="2" charset="2"/>
              <a:buChar char="Ø"/>
            </a:pPr>
            <a:r>
              <a:rPr lang="en-US" sz="3200" b="1" dirty="0" smtClean="0"/>
              <a:t>Module 4: Database &amp; Reporting Management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Stores student data, question banks, and result records securely, and generates detailed reports and analytical summaries for administrators.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8" name="Rectangle 37"/>
          <p:cNvSpPr/>
          <p:nvPr/>
        </p:nvSpPr>
        <p:spPr>
          <a:xfrm>
            <a:off x="2438400" y="7734300"/>
            <a:ext cx="14554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Explanation: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The home page provides an overview of the system with navigation options like Login, Register, and Exam Information. It offers a user-friendly interface for easy access.</a:t>
            </a:r>
            <a:endParaRPr lang="en-US" sz="3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0" y="1714500"/>
            <a:ext cx="9372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B6CAD810-8433-9B89-E144-29986E25063F}"/>
              </a:ext>
            </a:extLst>
          </p:cNvPr>
          <p:cNvSpPr txBox="1"/>
          <p:nvPr/>
        </p:nvSpPr>
        <p:spPr>
          <a:xfrm>
            <a:off x="381000" y="4191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828800" y="7810500"/>
            <a:ext cx="16230600" cy="187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 smtClean="0"/>
              <a:t>Explanation: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This screenshot shows the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Available Examinations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dashboard where the student can choose a subject to start the online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test.Each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exam card displays details like number of questions, duration, and difficulty level with a secure logout option.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24200" y="1943100"/>
            <a:ext cx="114300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8" name="Rectangle 37"/>
          <p:cNvSpPr/>
          <p:nvPr/>
        </p:nvSpPr>
        <p:spPr>
          <a:xfrm>
            <a:off x="2362200" y="7886700"/>
            <a:ext cx="15087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Explanation: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This page displays exam questions dynamically with options, a timer, and navigation controls for submitting answers.</a:t>
            </a:r>
            <a:endParaRPr lang="en-US" sz="32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95600" y="2019300"/>
            <a:ext cx="11811000" cy="5257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8" name="Rectangle 37"/>
          <p:cNvSpPr/>
          <p:nvPr/>
        </p:nvSpPr>
        <p:spPr>
          <a:xfrm>
            <a:off x="2133600" y="8039100"/>
            <a:ext cx="14630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Explanation: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The output page shows instant results after submission, including total marks, performance summary, and detailed score analysis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19400" y="1638300"/>
            <a:ext cx="12039600" cy="608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xmlns="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xmlns="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xmlns="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xmlns="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xmlns="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xmlns="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xmlns="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xmlns="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xmlns="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xmlns="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xmlns="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xmlns="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xmlns="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xmlns="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xmlns="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xmlns="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xmlns="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xmlns="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xmlns="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xmlns="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xmlns="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xmlns="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xmlns="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xmlns="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xmlns="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xmlns="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xmlns="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xmlns="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xmlns="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C926643-39EA-932E-6755-230476B3078D}"/>
              </a:ext>
            </a:extLst>
          </p:cNvPr>
          <p:cNvSpPr txBox="1"/>
          <p:nvPr/>
        </p:nvSpPr>
        <p:spPr>
          <a:xfrm>
            <a:off x="0" y="4953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2895600" y="1910358"/>
            <a:ext cx="13894521" cy="6771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Advantages: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Reduces manual work and paperwork through full automation.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Provides instant result generation with high accuracy.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Ensures secure login and minimizes chances of paper leakage.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Saves time for students, faculty, and administrators.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Stores data centrally for easy access and performance analysis.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US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Limitations: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Requires stable internet connection for smooth operation.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Technical issues or server failure may affect exam conduction.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Limited evaluation for descriptive/subjective answers (if fully automated).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Initial setup and maintenance cost may be high.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14800" y="1104900"/>
            <a:ext cx="7696200" cy="838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81400" y="4000501"/>
            <a:ext cx="10744200" cy="1387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9600" b="1" i="1" dirty="0" smtClean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  <a:endParaRPr lang="en-US" sz="9600" b="1" i="1" dirty="0">
              <a:solidFill>
                <a:srgbClr val="191919"/>
              </a:solidFill>
              <a:latin typeface="Gotham Bold Italics"/>
              <a:ea typeface="Gotham Bold Italics"/>
              <a:cs typeface="Gotham Bold Italics"/>
              <a:sym typeface="Gotham Bold Itali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841</Words>
  <Application>Microsoft Office PowerPoint</Application>
  <PresentationFormat>Custom</PresentationFormat>
  <Paragraphs>320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Cambria</vt:lpstr>
      <vt:lpstr>Bookman Old Style</vt:lpstr>
      <vt:lpstr>Times New Roman</vt:lpstr>
      <vt:lpstr>Gotham</vt:lpstr>
      <vt:lpstr>Wingdings</vt:lpstr>
      <vt:lpstr>Gotham Bold Italics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silpa reddy</dc:creator>
  <cp:lastModifiedBy>silpa reddy</cp:lastModifiedBy>
  <cp:revision>28</cp:revision>
  <dcterms:created xsi:type="dcterms:W3CDTF">2006-08-16T00:00:00Z</dcterms:created>
  <dcterms:modified xsi:type="dcterms:W3CDTF">2026-03-27T09:32:50Z</dcterms:modified>
  <dc:identifier>DAHCaYqJ9OU</dc:identifier>
</cp:coreProperties>
</file>