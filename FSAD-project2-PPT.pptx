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71" r:id="rId16"/>
  </p:sldIdLst>
  <p:sldSz cx="18288000" cy="10287000"/>
  <p:notesSz cx="6858000" cy="9144000"/>
  <p:embeddedFontLst>
    <p:embeddedFont>
      <p:font typeface="Calibri" pitchFamily="34" charset="0"/>
      <p:regular r:id="rId17"/>
      <p:bold r:id="rId18"/>
      <p:italic r:id="rId19"/>
      <p:boldItalic r:id="rId20"/>
    </p:embeddedFont>
    <p:embeddedFont>
      <p:font typeface="Cambria" pitchFamily="18" charset="0"/>
      <p:regular r:id="rId21"/>
      <p:bold r:id="rId22"/>
      <p:italic r:id="rId23"/>
      <p:boldItalic r:id="rId24"/>
    </p:embeddedFont>
    <p:embeddedFont>
      <p:font typeface="Bookman Old Style" pitchFamily="18" charset="0"/>
      <p:regular r:id="rId25"/>
      <p:bold r:id="rId26"/>
      <p:italic r:id="rId27"/>
      <p:boldItalic r:id="rId28"/>
    </p:embeddedFont>
    <p:embeddedFont>
      <p:font typeface="Gotham" charset="0"/>
      <p:regular r:id="rId29"/>
    </p:embeddedFont>
    <p:embeddedFont>
      <p:font typeface="Gotham Bold Italics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-864" y="-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</a:t>
            </a:r>
            <a:r>
              <a:rPr lang="en-IN" sz="3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IN" sz="3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20-04-2026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/>
              <a:t>Smart Campus Event Management System</a:t>
            </a:r>
            <a:endParaRPr lang="en-IN" sz="44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D.CHINMAYI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VTU26449– Reg.No.23UECS0153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Dr. S. </a:t>
            </a:r>
            <a:r>
              <a:rPr lang="en-US" sz="3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Hemamalini</a:t>
            </a:r>
            <a:r>
              <a:rPr lang="en-US" sz="3000" smtClean="0">
                <a:latin typeface="Cambria" panose="02040503050406030204" pitchFamily="18" charset="0"/>
                <a:ea typeface="Cambria" panose="02040503050406030204" pitchFamily="18" charset="0"/>
              </a:rPr>
              <a:t>.,</a:t>
            </a:r>
            <a:r>
              <a:rPr lang="en-US" sz="3200" smtClean="0"/>
              <a:t> M.E., Ph.D.</a:t>
            </a:r>
            <a:endParaRPr lang="en-US" sz="30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200" dirty="0" smtClean="0"/>
              <a:t>Assistant Professor (Senior Grade)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133600" y="6819900"/>
            <a:ext cx="147431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SDG: </a:t>
            </a:r>
            <a:r>
              <a:rPr lang="en-US" sz="3200" b="1" dirty="0" smtClean="0"/>
              <a:t>SDG </a:t>
            </a:r>
            <a:r>
              <a:rPr lang="en-US" sz="3200" b="1" dirty="0" smtClean="0"/>
              <a:t>9: INDUSTRY, INNOVATION, AND INFRASTRUCTURE</a:t>
            </a:r>
            <a:r>
              <a:rPr lang="en-US" sz="3200" dirty="0" smtClean="0"/>
              <a:t> 🏗️</a:t>
            </a:r>
            <a:endParaRPr lang="en-US" sz="3200" b="1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3200" b="1" dirty="0" smtClean="0"/>
              <a:t>           SDG </a:t>
            </a:r>
            <a:r>
              <a:rPr lang="en-US" sz="3200" b="1" dirty="0" smtClean="0"/>
              <a:t>4 – Quality Education</a:t>
            </a:r>
            <a:r>
              <a:rPr lang="en-US" sz="3200" dirty="0" smtClean="0"/>
              <a:t> 🎓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438400" y="1638300"/>
            <a:ext cx="14853725" cy="1443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endParaRPr lang="en-US" sz="3600" dirty="0" smtClean="0"/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The </a:t>
            </a:r>
            <a:r>
              <a:rPr lang="en-US" sz="3600" b="1" dirty="0" smtClean="0"/>
              <a:t>SMART CAMPUS MANAGEMENT SYSTEM</a:t>
            </a:r>
            <a:r>
              <a:rPr lang="en-US" sz="3600" dirty="0" smtClean="0"/>
              <a:t> is designed to digitally manage and automate campus operations.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It provides a </a:t>
            </a:r>
            <a:r>
              <a:rPr lang="en-US" sz="3600" b="1" dirty="0" smtClean="0"/>
              <a:t>centralized platform</a:t>
            </a:r>
            <a:r>
              <a:rPr lang="en-US" sz="3600" dirty="0" smtClean="0"/>
              <a:t> for students, faculty, and administrators to access services.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The system ensures </a:t>
            </a:r>
            <a:r>
              <a:rPr lang="en-US" sz="3600" b="1" dirty="0" smtClean="0"/>
              <a:t>efficient handling of academic, administrative, and resource management tasks</a:t>
            </a:r>
            <a:r>
              <a:rPr lang="en-US" sz="3600" dirty="0" smtClean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It integrates modules like </a:t>
            </a:r>
            <a:r>
              <a:rPr lang="en-US" sz="3600" b="1" dirty="0" smtClean="0"/>
              <a:t>attendance, timetable, examination, library, and communication tools</a:t>
            </a:r>
            <a:r>
              <a:rPr lang="en-US" sz="3600" dirty="0" smtClean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By reducing manual effort, it enhances </a:t>
            </a:r>
            <a:r>
              <a:rPr lang="en-US" sz="3600" b="1" dirty="0" smtClean="0"/>
              <a:t>accuracy, transparency, and real-time information sharing</a:t>
            </a:r>
            <a:r>
              <a:rPr lang="en-US" sz="3600" dirty="0" smtClean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The system supports </a:t>
            </a:r>
            <a:r>
              <a:rPr lang="en-US" sz="3600" b="1" dirty="0" smtClean="0"/>
              <a:t>data-driven decision-making</a:t>
            </a:r>
            <a:r>
              <a:rPr lang="en-US" sz="3600" dirty="0" smtClean="0"/>
              <a:t> and improves overall campus productivity.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It creates a </a:t>
            </a:r>
            <a:r>
              <a:rPr lang="en-US" sz="3600" b="1" dirty="0" smtClean="0"/>
              <a:t>smart, connected environment</a:t>
            </a:r>
            <a:r>
              <a:rPr lang="en-US" sz="3600" dirty="0" smtClean="0"/>
              <a:t> that fosters innovation and smooth campus functioning.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514600" y="1638300"/>
            <a:ext cx="14777525" cy="12095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Traditional campus operations rely heavily on manual processes, leading to delays and inefficiencies.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Students face difficulties in accessing academic information and services in a unified manner.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Faculty and administrators struggle with managing attendance, examinations, and communication effectively.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Lack of integration between different campus modules results in data redundancy and poor transparency.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There is a need for a </a:t>
            </a:r>
            <a:r>
              <a:rPr lang="en-US" sz="3600" b="1" dirty="0" smtClean="0"/>
              <a:t>smart, centralized system</a:t>
            </a:r>
            <a:r>
              <a:rPr lang="en-US" sz="3600" dirty="0" smtClean="0"/>
              <a:t> that automates campus activities, ensures accuracy, and improves overall management efficiency.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=""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438400" y="1638300"/>
            <a:ext cx="1485372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To </a:t>
            </a:r>
            <a:r>
              <a:rPr lang="en-US" sz="3600" b="1" dirty="0" smtClean="0"/>
              <a:t>digitize and automate campus operations</a:t>
            </a:r>
            <a:r>
              <a:rPr lang="en-US" sz="3600" dirty="0" smtClean="0"/>
              <a:t> for improved efficiency and transparency.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To provide a </a:t>
            </a:r>
            <a:r>
              <a:rPr lang="en-US" sz="3600" b="1" dirty="0" smtClean="0"/>
              <a:t>centralized platform</a:t>
            </a:r>
            <a:r>
              <a:rPr lang="en-US" sz="3600" dirty="0" smtClean="0"/>
              <a:t> for students, faculty, and administrators.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To enable </a:t>
            </a:r>
            <a:r>
              <a:rPr lang="en-US" sz="3600" b="1" dirty="0" smtClean="0"/>
              <a:t>real-time access</a:t>
            </a:r>
            <a:r>
              <a:rPr lang="en-US" sz="3600" dirty="0" smtClean="0"/>
              <a:t> to academic and administrative information.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=""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=""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438400" y="1638300"/>
            <a:ext cx="14853725" cy="1344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The proposed </a:t>
            </a:r>
            <a:r>
              <a:rPr lang="en-US" sz="3600" b="1" dirty="0" smtClean="0"/>
              <a:t>SMART CAMPUS MANAGEMENT SYSTEM</a:t>
            </a:r>
            <a:r>
              <a:rPr lang="en-US" sz="3600" dirty="0" smtClean="0"/>
              <a:t> will serve as a </a:t>
            </a:r>
            <a:r>
              <a:rPr lang="en-US" sz="3600" b="1" dirty="0" smtClean="0"/>
              <a:t>centralized digital platform</a:t>
            </a:r>
            <a:r>
              <a:rPr lang="en-US" sz="3600" dirty="0" smtClean="0"/>
              <a:t> for managing campus activities.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It will automate </a:t>
            </a:r>
            <a:r>
              <a:rPr lang="en-US" sz="3600" b="1" dirty="0" smtClean="0"/>
              <a:t>academic, administrative, and resource management tasks</a:t>
            </a:r>
            <a:r>
              <a:rPr lang="en-US" sz="3600" dirty="0" smtClean="0"/>
              <a:t> to reduce manual effort.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Students will be able to </a:t>
            </a:r>
            <a:r>
              <a:rPr lang="en-US" sz="3600" b="1" dirty="0" smtClean="0"/>
              <a:t>access attendance, timetables, exam schedules, and library services</a:t>
            </a:r>
            <a:r>
              <a:rPr lang="en-US" sz="3600" dirty="0" smtClean="0"/>
              <a:t> in real time.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Faculty can </a:t>
            </a:r>
            <a:r>
              <a:rPr lang="en-US" sz="3600" b="1" dirty="0" smtClean="0"/>
              <a:t>manage classes, monitor student performance, and communicate efficiently</a:t>
            </a:r>
            <a:r>
              <a:rPr lang="en-US" sz="3600" dirty="0" smtClean="0"/>
              <a:t> through integrated tools.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Administrators will gain </a:t>
            </a:r>
            <a:r>
              <a:rPr lang="en-US" sz="3600" b="1" dirty="0" smtClean="0"/>
              <a:t>transparent access to data</a:t>
            </a:r>
            <a:r>
              <a:rPr lang="en-US" sz="3600" dirty="0" smtClean="0"/>
              <a:t> for decision-making and campus resource allocation.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The system will provide </a:t>
            </a:r>
            <a:r>
              <a:rPr lang="en-US" sz="3600" b="1" dirty="0" smtClean="0"/>
              <a:t>real-time notifications and updates</a:t>
            </a:r>
            <a:r>
              <a:rPr lang="en-US" sz="3600" dirty="0" smtClean="0"/>
              <a:t> to ensure smooth communication across the campus.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By integrating all modules, it will </a:t>
            </a:r>
            <a:r>
              <a:rPr lang="en-US" sz="3600" b="1" dirty="0" smtClean="0"/>
              <a:t>enhance efficiency, accuracy, and transparency</a:t>
            </a:r>
            <a:r>
              <a:rPr lang="en-US" sz="3600" dirty="0" smtClean="0"/>
              <a:t> in campus operations.</a:t>
            </a:r>
          </a:p>
          <a:p>
            <a:pPr marL="914400" lvl="1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=""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362200" y="1409700"/>
            <a:ext cx="14929925" cy="1166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 smtClean="0"/>
          </a:p>
          <a:p>
            <a:endParaRPr lang="en-US" sz="3200" b="1" dirty="0" smtClean="0"/>
          </a:p>
          <a:p>
            <a:endParaRPr lang="en-US" sz="3200" b="1" dirty="0" smtClean="0"/>
          </a:p>
          <a:p>
            <a:endParaRPr lang="en-US" sz="3200" b="1" dirty="0" smtClean="0"/>
          </a:p>
          <a:p>
            <a:r>
              <a:rPr lang="en-US" sz="3200" b="1" dirty="0" smtClean="0"/>
              <a:t>Input: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Student details, faculty data, academic records, and administrative information</a:t>
            </a:r>
            <a:endParaRPr lang="en-US" sz="3200" dirty="0" smtClean="0"/>
          </a:p>
          <a:p>
            <a:r>
              <a:rPr lang="en-US" sz="3200" b="1" dirty="0" smtClean="0"/>
              <a:t>Processing: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System automates attendance, timetables, exams, communication, and resource management.</a:t>
            </a:r>
            <a:endParaRPr lang="en-US" sz="3200" dirty="0" smtClean="0"/>
          </a:p>
          <a:p>
            <a:r>
              <a:rPr lang="en-US" sz="3200" b="1" dirty="0" smtClean="0"/>
              <a:t>Database: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Stores student profiles, faculty records, course data, schedules, and campus resources securely.</a:t>
            </a:r>
            <a:endParaRPr lang="en-US" sz="3200" dirty="0" smtClean="0"/>
          </a:p>
          <a:p>
            <a:r>
              <a:rPr lang="en-US" sz="3200" b="1" dirty="0" smtClean="0"/>
              <a:t>Output: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Real-time access to attendance, timetables, exam results, notifications, and reports.</a:t>
            </a:r>
            <a:endParaRPr lang="en-US" sz="3200" dirty="0" smtClean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62200" y="1714500"/>
            <a:ext cx="135636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=""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362200" y="1638300"/>
            <a:ext cx="149299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57600" y="1943100"/>
            <a:ext cx="11277600" cy="632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=""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438400" y="1638300"/>
            <a:ext cx="14853725" cy="889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b="1" dirty="0" smtClean="0"/>
              <a:t>Frontend:</a:t>
            </a:r>
            <a:r>
              <a:rPr lang="en-US" sz="3600" dirty="0" smtClean="0"/>
              <a:t> HTML, CSS, JavaScript (developed using Visual Studio Code).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 smtClean="0"/>
              <a:t>Backend:</a:t>
            </a:r>
            <a:r>
              <a:rPr lang="en-US" sz="3600" dirty="0" smtClean="0"/>
              <a:t> PHP (for server‑</a:t>
            </a:r>
            <a:r>
              <a:rPr lang="en-US" sz="3600" dirty="0" err="1" smtClean="0"/>
              <a:t>side</a:t>
            </a:r>
            <a:r>
              <a:rPr lang="en-US" sz="3600" dirty="0" smtClean="0"/>
              <a:t> scripting and event management logic).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 smtClean="0"/>
              <a:t>Database:</a:t>
            </a:r>
            <a:r>
              <a:rPr lang="en-US" sz="3600" dirty="0" smtClean="0"/>
              <a:t> </a:t>
            </a:r>
            <a:r>
              <a:rPr lang="en-US" sz="3600" dirty="0" err="1" smtClean="0"/>
              <a:t>MySQL</a:t>
            </a:r>
            <a:r>
              <a:rPr lang="en-US" sz="3600" dirty="0" smtClean="0"/>
              <a:t> (managed through </a:t>
            </a:r>
            <a:r>
              <a:rPr lang="en-US" sz="3600" dirty="0" err="1" smtClean="0"/>
              <a:t>MySQL</a:t>
            </a:r>
            <a:r>
              <a:rPr lang="en-US" sz="3600" dirty="0" smtClean="0"/>
              <a:t> Workbench).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 smtClean="0"/>
              <a:t>Software Requirements</a:t>
            </a:r>
            <a:r>
              <a:rPr lang="en-US" sz="3600" b="1" dirty="0" smtClean="0"/>
              <a:t>:</a:t>
            </a:r>
            <a:r>
              <a:rPr lang="en-US" sz="3600" dirty="0" smtClean="0"/>
              <a:t> </a:t>
            </a:r>
            <a:r>
              <a:rPr lang="en-US" sz="3600" dirty="0" smtClean="0"/>
              <a:t>Visual Studio Code, </a:t>
            </a:r>
            <a:r>
              <a:rPr lang="en-US" sz="3600" dirty="0" err="1" smtClean="0"/>
              <a:t>MySQL</a:t>
            </a:r>
            <a:r>
              <a:rPr lang="en-US" sz="3600" dirty="0" smtClean="0"/>
              <a:t> Workbench, Web Browser.</a:t>
            </a:r>
          </a:p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438400" y="1638300"/>
            <a:ext cx="14853725" cy="975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b="1" dirty="0" smtClean="0"/>
              <a:t>User Management:</a:t>
            </a:r>
            <a:r>
              <a:rPr lang="en-US" sz="3600" dirty="0" smtClean="0"/>
              <a:t> Handles student, faculty, and admin profiles with secure login and role-based access.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 smtClean="0"/>
              <a:t>Event Management:</a:t>
            </a:r>
            <a:r>
              <a:rPr lang="en-US" sz="3600" dirty="0" smtClean="0"/>
              <a:t> Automates event creation, scheduling, registration, and participation tracking.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 smtClean="0"/>
              <a:t>Attendance Management:</a:t>
            </a:r>
            <a:r>
              <a:rPr lang="en-US" sz="3600" dirty="0" smtClean="0"/>
              <a:t> Records and monitors event attendance in real time.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 smtClean="0"/>
              <a:t>Communication Module:</a:t>
            </a:r>
            <a:r>
              <a:rPr lang="en-US" sz="3600" dirty="0" smtClean="0"/>
              <a:t> Sends notifications, updates, and reminders to participants and organizers.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 smtClean="0"/>
              <a:t>Feedback &amp; Evaluation:</a:t>
            </a:r>
            <a:r>
              <a:rPr lang="en-US" sz="3600" dirty="0" smtClean="0"/>
              <a:t> Collects participant feedback and generates reports for event improvement.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b="1" dirty="0" smtClean="0"/>
              <a:t>Report Generation:</a:t>
            </a:r>
            <a:r>
              <a:rPr lang="en-US" sz="3600" dirty="0" smtClean="0"/>
              <a:t> Provides analytics and summaries of events, attendance, and feedback data.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=""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8" name="Rectangle 37"/>
          <p:cNvSpPr/>
          <p:nvPr/>
        </p:nvSpPr>
        <p:spPr>
          <a:xfrm>
            <a:off x="2438400" y="7734300"/>
            <a:ext cx="145542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Explanation: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This picture shows a </a:t>
            </a:r>
            <a:r>
              <a:rPr lang="en-US" sz="3200" b="1" dirty="0" smtClean="0"/>
              <a:t>Campus Events login page</a:t>
            </a:r>
            <a:r>
              <a:rPr lang="en-US" sz="3200" dirty="0" smtClean="0"/>
              <a:t> where users (Admin, Organizer, or Student) can sign in with their email and password to access event management features.</a:t>
            </a:r>
            <a:endParaRPr lang="en-US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43400" y="1638300"/>
            <a:ext cx="8826500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=""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381000" y="4191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828800" y="8056721"/>
            <a:ext cx="162306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b="1" dirty="0" smtClean="0"/>
              <a:t>Explanation</a:t>
            </a:r>
            <a:r>
              <a:rPr lang="en-US" sz="2800" b="1" dirty="0" smtClean="0"/>
              <a:t>: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 smtClean="0"/>
              <a:t>This picture shows the </a:t>
            </a:r>
            <a:r>
              <a:rPr lang="en-US" sz="2800" b="1" dirty="0" smtClean="0"/>
              <a:t>Campus Events homepage</a:t>
            </a:r>
            <a:r>
              <a:rPr lang="en-US" sz="2800" dirty="0" smtClean="0"/>
              <a:t> where users can browse, register, and join upcoming campus events with real‑time details.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0" y="1790700"/>
            <a:ext cx="11677650" cy="554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=""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8" name="Rectangle 37"/>
          <p:cNvSpPr/>
          <p:nvPr/>
        </p:nvSpPr>
        <p:spPr>
          <a:xfrm>
            <a:off x="2362200" y="7886700"/>
            <a:ext cx="150876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Explanation: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This picture shows a </a:t>
            </a:r>
            <a:r>
              <a:rPr lang="en-US" sz="3200" b="1" dirty="0" smtClean="0"/>
              <a:t>Campus Events dashboard</a:t>
            </a:r>
            <a:r>
              <a:rPr lang="en-US" sz="3200" dirty="0" smtClean="0"/>
              <a:t> displaying upcoming workshops, symposiums, career fairs, </a:t>
            </a:r>
            <a:r>
              <a:rPr lang="en-US" sz="3200" dirty="0" err="1" smtClean="0"/>
              <a:t>hackathons</a:t>
            </a:r>
            <a:r>
              <a:rPr lang="en-US" sz="3200" dirty="0" smtClean="0"/>
              <a:t>, cultural fests, and sports events with details like date, time, venue, registration count, and tags.</a:t>
            </a:r>
            <a:endParaRPr lang="en-US" sz="3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4200" y="2019300"/>
            <a:ext cx="11315700" cy="509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=""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38" name="Rectangle 37"/>
          <p:cNvSpPr/>
          <p:nvPr/>
        </p:nvSpPr>
        <p:spPr>
          <a:xfrm>
            <a:off x="2133600" y="8039100"/>
            <a:ext cx="146304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Explanation: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This picture shows the </a:t>
            </a:r>
            <a:r>
              <a:rPr lang="en-US" sz="3200" b="1" dirty="0" smtClean="0"/>
              <a:t>Campus Events admin dashboard</a:t>
            </a:r>
            <a:r>
              <a:rPr lang="en-US" sz="3200" dirty="0" smtClean="0"/>
              <a:t>, summarizing total events, users, registrations, venues, and categorizing upcoming events with real‑time statistics and recent activity.</a:t>
            </a:r>
            <a:endParaRPr lang="en-US" sz="3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71800" y="2095500"/>
            <a:ext cx="12122150" cy="539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=""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=""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=""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=""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=""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=""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=""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=""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=""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=""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=""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=""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=""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=""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=""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=""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=""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=""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=""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=""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=""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=""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=""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=""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=""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=""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=""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=""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=""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=""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=""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0" y="4953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2895600" y="1356362"/>
            <a:ext cx="13894521" cy="787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Advantages: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Centralized platform for managing all campus events.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Easy registration and participation tracking for students.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Real‑time notifications and updates for organizers and participants.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Transparent attendance monitoring and feedback collection.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Saves time and reduces manual effort in event coordination.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Limitations: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Requires stable internet connectivity for smooth functioning.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Data security risks if not properly managed.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Limited to registered users only.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May face technical issues or downtime during peak usage.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Initial setup and training may require extra effort.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81400" y="4000501"/>
            <a:ext cx="10744200" cy="1387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9600" b="1" i="1" dirty="0" smtClean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  <a:endParaRPr lang="en-US" sz="9600" b="1" i="1" dirty="0">
              <a:solidFill>
                <a:srgbClr val="191919"/>
              </a:solidFill>
              <a:latin typeface="Gotham Bold Italics"/>
              <a:ea typeface="Gotham Bold Italics"/>
              <a:cs typeface="Gotham Bold Italics"/>
              <a:sym typeface="Gotham Bold Itali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838</Words>
  <Application>Microsoft Office PowerPoint</Application>
  <PresentationFormat>Custom</PresentationFormat>
  <Paragraphs>315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Cambria</vt:lpstr>
      <vt:lpstr>Bookman Old Style</vt:lpstr>
      <vt:lpstr>Times New Roman</vt:lpstr>
      <vt:lpstr>Gotham</vt:lpstr>
      <vt:lpstr>Wingdings</vt:lpstr>
      <vt:lpstr>Gotham Bold Italics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silpa reddy</dc:creator>
  <cp:lastModifiedBy>silpa reddy</cp:lastModifiedBy>
  <cp:revision>32</cp:revision>
  <dcterms:created xsi:type="dcterms:W3CDTF">2006-08-16T00:00:00Z</dcterms:created>
  <dcterms:modified xsi:type="dcterms:W3CDTF">2026-04-20T04:54:30Z</dcterms:modified>
  <dc:identifier>DAHCaYqJ9OU</dc:identifier>
</cp:coreProperties>
</file>